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0258e82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0258e82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0258e82f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50258e82f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50258e82f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50258e82f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0258e82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0258e82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0258e82f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0258e82f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0258e82f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0258e82f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50258e82f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50258e82f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50258e82f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50258e82f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0258e82f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50258e82f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0258e82f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0258e82f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0258e82f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0258e82f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0258e82f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50258e82f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Lessons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 extra close attention!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1: Markets are likely to be more efficient than non-market alternatives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2: There are many well established ways in which markets often produce inefficient results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3: Taxes are not everything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4: Productivity is (almost) everything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Productivity</a:t>
            </a:r>
            <a:r>
              <a:rPr lang="en"/>
              <a:t> is driven by...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5: You must include opportunity costs when doing any type of cost-benefit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6:  Economics is still in its infancy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7: Magnitude Matters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Harm prevention goes unnoticed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Government Might Be Ugly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time is (NOT) different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lucky!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